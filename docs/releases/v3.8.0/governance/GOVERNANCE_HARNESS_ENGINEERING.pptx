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发布门禁与检查清单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ACCFF"/>
                </a:solidFill>
              </a:defRPr>
            </a:pPr>
            <a:r>
              <a:t>综合治理体系 — Harness工程与阶段性收敛 | 第14讲（高级版）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一、背景：从v3.6.0惨痛教训说起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二、第一性原理与AI时代挑战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三、体系架构：三层Gate × 四层约束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四、五阶段详解与甘特图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五、3层治理体系：句法→行为→语义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六、5原则测试：Truthfulness Framework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七、10原则追踪：R1~R10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八、3套审查机制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九、Harness工程：AI协作核心保障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十、知识操作系统：体系自我进化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十一、总结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背景：从v3.6.0惨痛教训说起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v3.6.0发生了什么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Beta Gate报告显示 7/9 PASS，看起来一切正常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实测验证发现系统性欺骗：</a:t>
            </a:r>
          </a:p>
          <a:p>
            <a:pPr lvl="1"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    •   WAL Contract: 报告21/22 PASS → 实际0/22（测试框架损坏）</a:t>
            </a:r>
          </a:p>
          <a:p>
            <a:pPr lvl="1"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    •   覆盖率: 报告68.8% → 实际85.81%（文档30天未更新）</a:t>
            </a:r>
          </a:p>
          <a:p>
            <a:pPr lvl="1"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    •   Integration: 报告PASS → 架构漂移未检测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根因分析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传统门禁只查「规则是否满足」（退出码）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不查「文档是否与实际一致」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AI时代: 代码/文档可以「看起来对」但实际错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解决方案演进:</a:t>
            </a:r>
          </a:p>
          <a:p>
            <a:pPr lvl="1"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    •   v3.6.0: 问题爆发 → 被动检测</a:t>
            </a:r>
          </a:p>
          <a:p>
            <a:pPr lvl="1"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    •   v3.7.0: ADR-001~ADR-005建立Truthfulness Framework</a:t>
            </a:r>
          </a:p>
          <a:p>
            <a:pPr lvl="1"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    •   v3.8.0: 综合治理体系v1.0 → 制度预防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第一性原理与AI时代挑战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三个第一性原理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原理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检查手段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正确性 (Correctness)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代码必须做它说的事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L1句法→L2行为→L3语义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可维护性 (Maintainability)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可被他人理解修改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C-ARCH不变式、SSOT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可信性 (Truthfulness) ←新增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文档声明必须与实际一致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G-01~G-06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AI时代的4种新型失效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Type A — 虚构执行:「测试通过」但测试框架损坏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Type B — 伪门禁: Gate PASS但无真实CI证据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Type C — 伪证据: 引用不存在的CI run ID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Type D — 伪完成: PR合并但Issue未关闭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传统方法全部失效：退出码/文档/标记都可伪造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解决: 强制证据链 — 每个Claim必须有Evidence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体系架构：三层Gate × 四层约束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整体架构 — 阶段性收敛系统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【五阶段门禁】草案Gate→Alpha→Beta→RC→GA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草案(收敛) → Alpha(展开) → Beta(集成) → RC(验证) → GA(冻结)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【四层约束】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L1: 5原则测试 (G-01~G-06) — Truthfulness Framework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L2: 10原则追踪 (R1~R10) — PR Claim→Evidence链路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L3: 3层治理 (L1句法/L2行为/L3语义) — SGL Semantic Gate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L4: 3套审查 (证据绑定/计划完整/SSOT) — 客观证据链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【Knowledge OS】Git=代码SSOT │ ADR=决策SSOT │ CI=质量SSOT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门禁即阶段性收敛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输入（发散）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收敛输出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草案 Gate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概念/想法/N个方案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选定方案 + 版本计划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Alpha Gate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功能规格/设计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实现 + 测试结果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Beta Gate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模块实现/单元测试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集成验证 + 追因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RC Gate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功能完整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性能/回归通过 + 证据链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 Gate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所有检查通过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代码冻结 + 发布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四层约束与三阶段检查深度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L1句法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L2行为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L3语义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G-01~06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R1~10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3套审查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草案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RC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五阶段详解与甘特图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甘特图：阶段与任务演进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>
                <a:solidFill>
                  <a:srgbClr val="00FF00"/>
                </a:solidFill>
                <a:latin typeface="Courier New"/>
              </a:defRPr>
            </a:pPr>
            <a:r>
              <a:t>                    草案    Alpha    Beta     RC      GA</a:t>
            </a:r>
            <a:br/>
            <a:r>
              <a:t>                    ────    ────    ────    ────    ────</a:t>
            </a:r>
            <a:br/>
            <a:r>
              <a:t>需求/概念            ████████</a:t>
            </a:r>
            <a:br/>
            <a:r>
              <a:t>版本计划             ████</a:t>
            </a:r>
            <a:br/>
            <a:r>
              <a:t>开发计划(概)         ████████</a:t>
            </a:r>
            <a:br/>
            <a:r>
              <a:t>遗留问题登记         ████</a:t>
            </a:r>
            <a:br/>
            <a:br/>
            <a:r>
              <a:t>功能/设计                    ████████████████</a:t>
            </a:r>
            <a:br/>
            <a:r>
              <a:t>  功能点设计                  ████████</a:t>
            </a:r>
            <a:br/>
            <a:r>
              <a:t>  测试计划设计                ████████</a:t>
            </a:r>
            <a:br/>
            <a:r>
              <a:t>  测试实现设计                ████████</a:t>
            </a:r>
            <a:br/>
            <a:r>
              <a:t>  审核报告                    ████</a:t>
            </a:r>
            <a:br/>
            <a:br/>
            <a:r>
              <a:t>具体实现/测试                  ████████████████████████</a:t>
            </a:r>
            <a:br/>
            <a:r>
              <a:t>  单元/集成测试                ████████████████</a:t>
            </a:r>
            <a:br/>
            <a:r>
              <a:t>  L1句法检查                   ████████████████████████</a:t>
            </a:r>
            <a:br/>
            <a:r>
              <a:t>  L2行为检查                    ████████████████████████</a:t>
            </a:r>
            <a:br/>
            <a:r>
              <a:t>  L3语义检查                   ████████████████████████</a:t>
            </a:r>
            <a:br/>
            <a:br/>
            <a:r>
              <a:t>集成/追因                              ██████████████████</a:t>
            </a:r>
            <a:br/>
            <a:r>
              <a:t>  端到端测试                            ████████████</a:t>
            </a:r>
            <a:br/>
            <a:r>
              <a:t>  追因审核                              ████████</a:t>
            </a:r>
            <a:br/>
            <a:r>
              <a:t>  合规审核                              ████████</a:t>
            </a:r>
            <a:br/>
            <a:br/>
            <a:r>
              <a:t>性能/回归测试                                  ████████████</a:t>
            </a:r>
            <a:br/>
            <a:r>
              <a:t>  性能基准测试                                   ████████</a:t>
            </a:r>
            <a:br/>
            <a:r>
              <a:t>  SQL Corpus (≥90%)                           ████████████</a:t>
            </a:r>
            <a:br/>
            <a:r>
              <a:t>  证据链审核                                    ████████</a:t>
            </a:r>
            <a:br/>
            <a:br/>
            <a:r>
              <a:t>稳定性/冻结                                         ████████</a:t>
            </a:r>
            <a:br/>
            <a:r>
              <a:t>  崩溃测试                                          ████</a:t>
            </a:r>
            <a:br/>
            <a:r>
              <a:t>  遗留问题分析                                       ████████</a:t>
            </a:r>
            <a:br/>
            <a:r>
              <a:t>  代码冻结 + Tag                                     ████</a:t>
            </a:r>
            <a:br/>
            <a:br/>
            <a:r>
              <a:t>门禁收敛点         ▼        ▼        ▼        ▼        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草案Gate（概念收敛）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检查项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版本计划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VERSION_PLAN.md — 版本目标、里程碑、发布窗口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开发计划(概)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DEVELOPMENT_PLAN.md — 总体架构、模块划分、依赖关系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遗留问题登记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LEGACY_ISSUES.md — 历史版本未解决问题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概念可行性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核心设计决策是否有明显障碍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AlphaGate（功能验收）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检查项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标准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功能点设计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FEATURE_DESIGN/*.md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存在且经过review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测试计划设计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TEST_PLAN.md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存在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测试实现设计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TEST_IMPLEMENTATION.md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存在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L1句法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cargo build/test/clippy/fmt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全部PASS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L3语义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WAL invariant, C-ARCH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警告为主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BetaGate（集成验证）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检查项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端到端测试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cargo test --test integration_*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追因审核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check_evidence_binding.sh — PR Claim→Evidence链路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合规审核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check_5_principles.sh — G-01~G-06全部合规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C-ARCH不变式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check_arch_invariants.sh — C-ARCH-01~05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集成覆盖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cargo llvm-cov — L1 8crate ≥75%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SQL Compat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SQL Corpus通过率(基线建立)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RCGate（性能/回归验证）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检查项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性能基准测试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cargo bench — 基准性能不退化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回归测试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cargo test 全部通过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SQL Corpus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通过率 ≥90%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证据链审核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所有Claim有CI run ID / log hash / commit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Freshness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所有历史数据&lt;30天或有Freshness标记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文档完整性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Release Notes / Migration Guide完整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GAGate（冻结发布）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检查项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崩溃测试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极端场景、边界条件测试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遗留问题分析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LEGACY_ISSUES.md最终状态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最终审核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G-01~G-06 + R1~R10 + 3套审查全部合规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代码冻结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develop/v3.8.0保护，禁止直接push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Tag创建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ga/v3.8.0分支 + v3.8.0 tag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发布公告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Release Notes发布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3层治理体系：句法→行为→语义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为什么需要3层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L1通过 ≠ L2通过 ≠ L3通过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场景: WAL模块重构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L1: cargo build ✓ → 编译通过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L2: cargo test ✓ → 22个recovery tests通过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L3: semantic_gate ✗ → commit_transaction未调用record_checkpoint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结论: L1/L2通过只是「没明显出错」，L3通过才是「真正正确」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L3语义层检查 — SGL Semantic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>
                <a:solidFill>
                  <a:srgbClr val="00FF00"/>
                </a:solidFill>
                <a:latin typeface="Courier New"/>
              </a:defRPr>
            </a:pPr>
            <a:r>
              <a:t>SGL-002 WAL-002: commit_transaction 必须调用 record_checkpoint</a:t>
            </a:r>
            <a:br/>
            <a:r>
              <a:t>SGL-003 WAL-003: commit_transaction 必须调用 truncate_before</a:t>
            </a:r>
            <a:br/>
            <a:r>
              <a:t>SGL-004 WAL-004: DELETE replay 不能是 delete+insert 模式</a:t>
            </a:r>
            <a:br/>
            <a:r>
              <a:t>SGL-005 TX-002: storage mutations 必须经过 TransactionManager</a:t>
            </a:r>
            <a:br/>
            <a:br/>
            <a:r>
              <a:t>EXIT_PASS  = 0  — 所有检查通过</a:t>
            </a:r>
            <a:br/>
            <a:r>
              <a:t>EXIT_FAIL  = 1  — 硬性失败 (GA blocker)</a:t>
            </a:r>
            <a:br/>
            <a:r>
              <a:t>EXIT_DRIFT = 2  — 漂移 (legacy tracked，可接受)</a:t>
            </a:r>
            <a:br/>
            <a:br/>
            <a:r>
              <a:t>DRIFT案例: v3.8.0之前某些模块直接调用storage.insert()</a:t>
            </a:r>
            <a:br/>
            <a:r>
              <a:t>           已ADR记录 → 标记为DRIFT，不阻塞门禁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5原则测试：Truthfulness Framework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G-01~G-06 概览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原则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检查内容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G-01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Claim ≠ Evidence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PASS/FAIL声明必须有CI证据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G-02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Source Type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Claim标记来源类型(实测/SSOT/历史)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G-03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Gate Commands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Gate报告含实际命令和输出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G-04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Coverage方法一致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--tests primary, --lib fallback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G-05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Doc State≠Exec State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计划文档不可重写(防伪造)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G-06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Freshness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&gt;30天历史数据必须标注Freshness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G-01: Claim ≠ Evidence（最核心）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任何PASS/FAIL声明必须有CI证据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Type A — 虚构执行:「测试通过」但无CI run ID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Type B — 伪门禁: Gate PASS但无gate_policy_eval_id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Type C — 伪证据: 引用不存在的CI run / log hash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Type D — 伪完成: PR合并但Issue未关闭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10原则追踪：R1~R10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R1~R10 分阶段执行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名称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RC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GA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Clippy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R6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SQL Compat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R7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Docs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R8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Corpus Gate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R9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Perf Gate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R10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Proof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3套审查机制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5套审查机制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.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机制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脚本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检查内容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证据绑定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check_evidence_binding.sh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G-01 Type A~D 防伪造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计划完整性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check_plan_integrity.sh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G-05 文档不可重写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架构不变式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check_arch_invariants.sh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C-ARCH-01~05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SSOT重复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check_ssot_duplicate.py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多文档一致性</a:t>
                      </a:r>
                    </a:p>
                  </a:txBody>
                  <a:tcPr>
                    <a:solidFill>
                      <a:srgbClr val="2535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语义漂移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semantic_gate_check.py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WAL/事务语义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Harness工程：AI协作核心保障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什么是Harness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传统Harness: 马鞍/挽具 — 让马匹奔跑时保持方向和平衡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AI Harness: 规则+测试+CI — 让AI迭代时保持质量和稳定性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核心区别: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传统工程: 人+人审查 → 人可自律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AI工程: AI+AI审查 → AI无法自律(幻觉/欺骗)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解决: 强制Harness (规则+测试+CI)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AI软件工程核心公式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AI软件工程 = Harness + Multi-Agent协作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Harness = L1句法 + L2行为 + L3语义 + G-01~G-06 + R1~R10 + 3套审查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Multi-Agent = Planner + Executor + Reviewer(Hermes) + Validator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多Agent协作中的Harness: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Planner ──→ Executor ──→ Reviewer(Hermes)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              │              │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              └─── Harness ──┘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                     ↑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            所有Agent都必须遵守Harness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知识操作系统：体系自我进化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Knowledge OS架构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Git=代码SSOT │ ADR=决策SSOT │ CI=质量SSOT │ Neo4j=关系图谱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5个治理原则: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Single Mainline │ No Hidden Path │ Recoverable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Drift=Blocker │ Governance &gt; Features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自我进化循环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发现问题 → ADR记录决策 → CI自动化 → 门禁执行 → 结果归档 → 体系进化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案例: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v3.6.0: 发现AI欺骗漏洞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v3.7.0: ADR-001~ADR-005建立Truthfulness Framework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v3.8.0: check_evidence_binding.sh(G-01) + semantic_gate_check.py(L3)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        → 综合治理体系v1.0完成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C000"/>
                </a:solidFill>
              </a:defRPr>
            </a:pPr>
            <a:r>
              <a:t>十一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门禁 = 阶段性收敛，不是最后一关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草案 Gate   → 概念收敛（选定方案）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Alpha Gate  → 功能收敛（实现+测试）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Beta Gate   → 集成收敛（架构正确）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RC Gate     → 性能收敛（回归通过）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GA Gate     → 冻结收敛（发布就绪）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综合治理体系价值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对抗AI幻觉    — G-01~G-06约束，Claim必须有Evidence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保证实质正确性 — L3语义层检测规格vs实现漂移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防止技术债务  — C-ARCH+计划完整性审查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长期发展      — Knowledge OS自我进化机制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制度预防      — 从「检测问题」→「预防问题」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AI软件工程 = Harness + Multi-Agent协作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Harness = L1句法 + L2行为 + L3语义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         + G-01~G-06 + R1~R10 + 3套审查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ACCFF"/>
                </a:solidFill>
              </a:defRPr>
            </a:pPr>
            <a:r>
              <a:t>AI增强的软件工程 | 第14讲（高级版）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